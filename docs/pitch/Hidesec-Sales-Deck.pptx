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9"/>
          </a:solidFill>
          <a:ln/>
        </p:spPr>
      </p:sp>
      <p:sp>
        <p:nvSpPr>
          <p:cNvPr id="3" name="Shape 1"/>
          <p:cNvSpPr/>
          <p:nvPr/>
        </p:nvSpPr>
        <p:spPr>
          <a:xfrm>
            <a:off x="9082735" y="0"/>
            <a:ext cx="3108960" cy="6858000"/>
          </a:xfrm>
          <a:prstGeom prst="rect">
            <a:avLst/>
          </a:prstGeom>
          <a:solidFill>
            <a:srgbClr val="123F77"/>
          </a:solidFill>
          <a:ln/>
        </p:spPr>
      </p:sp>
      <p:sp>
        <p:nvSpPr>
          <p:cNvPr id="4" name="Shape 2"/>
          <p:cNvSpPr/>
          <p:nvPr/>
        </p:nvSpPr>
        <p:spPr>
          <a:xfrm>
            <a:off x="9082735" y="0"/>
            <a:ext cx="82296" cy="6858000"/>
          </a:xfrm>
          <a:prstGeom prst="rect">
            <a:avLst/>
          </a:prstGeom>
          <a:solidFill>
            <a:srgbClr val="2F7B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HIDESEC SDK  ·  MOBILE APPLICATION SECURITY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API Protection</a:t>
            </a:r>
            <a:endParaRPr lang="en-US" sz="4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Banking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attestation and request-bound signing — delivered as a two-line SDK integration with a bundled server-side verifier.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5349240"/>
            <a:ext cx="2086661" cy="384048"/>
          </a:xfrm>
          <a:prstGeom prst="roundRect">
            <a:avLst>
              <a:gd name="adj" fmla="val 50000"/>
            </a:avLst>
          </a:prstGeom>
          <a:solidFill>
            <a:srgbClr val="0B2E59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349240"/>
            <a:ext cx="20866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Attestation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91333" y="5349240"/>
            <a:ext cx="1728216" cy="384048"/>
          </a:xfrm>
          <a:prstGeom prst="roundRect">
            <a:avLst>
              <a:gd name="adj" fmla="val 50000"/>
            </a:avLst>
          </a:prstGeom>
          <a:solidFill>
            <a:srgbClr val="0B2E59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91333" y="5349240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Signing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84141" y="5349240"/>
            <a:ext cx="1728216" cy="384048"/>
          </a:xfrm>
          <a:prstGeom prst="roundRect">
            <a:avLst>
              <a:gd name="adj" fmla="val 50000"/>
            </a:avLst>
          </a:prstGeom>
          <a:solidFill>
            <a:srgbClr val="0B2E59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4141" y="5349240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+ OkHttp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76949" y="5349240"/>
            <a:ext cx="1369771" cy="384048"/>
          </a:xfrm>
          <a:prstGeom prst="roundRect">
            <a:avLst>
              <a:gd name="adj" fmla="val 50000"/>
            </a:avLst>
          </a:prstGeom>
          <a:solidFill>
            <a:srgbClr val="0B2E59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6949" y="5349240"/>
            <a:ext cx="13697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MASVS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11312" y="534924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0B2E59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1312" y="53492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PSD2 · PCI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Feasibility Brief  ·  v1.0  · 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PRECISELY STATED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analysis exposes the entire API. Hiding cannot fix it.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banking APK, opened with jadx or apktool, reveals every endpoint, request/response schema, header, and embedded key — even under R8/ProGuard. A rooted-device Frida attacker reads traffic in cleartext before TLS. This is a structural property of the mobile platform, not a bug to patch.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400300" cy="2103120"/>
          </a:xfrm>
          <a:prstGeom prst="roundRect">
            <a:avLst>
              <a:gd name="adj" fmla="val 3478"/>
            </a:avLst>
          </a:prstGeom>
          <a:solidFill>
            <a:srgbClr val="FBEAEA"/>
          </a:solidFill>
          <a:ln w="12700">
            <a:solidFill>
              <a:srgbClr val="F0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971800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19431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&amp; paths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4023360"/>
            <a:ext cx="19431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string constants survive obfuscation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97580" y="2743200"/>
            <a:ext cx="2400300" cy="2103120"/>
          </a:xfrm>
          <a:prstGeom prst="roundRect">
            <a:avLst>
              <a:gd name="adj" fmla="val 3478"/>
            </a:avLst>
          </a:prstGeom>
          <a:solidFill>
            <a:srgbClr val="FBEAEA"/>
          </a:solidFill>
          <a:ln w="12700">
            <a:solidFill>
              <a:srgbClr val="F0C9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26180" y="2971800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726180" y="3291840"/>
            <a:ext cx="19431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/ response schemas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726180" y="4023360"/>
            <a:ext cx="19431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annotations + model field names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2743200"/>
            <a:ext cx="2400300" cy="2103120"/>
          </a:xfrm>
          <a:prstGeom prst="roundRect">
            <a:avLst>
              <a:gd name="adj" fmla="val 3478"/>
            </a:avLst>
          </a:prstGeom>
          <a:solidFill>
            <a:srgbClr val="FBEAEA"/>
          </a:solidFill>
          <a:ln w="12700">
            <a:solidFill>
              <a:srgbClr val="F0C9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971800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83680" y="3291840"/>
            <a:ext cx="19431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API keys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583680" y="4023360"/>
            <a:ext cx="19431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BuildConfig + hardcoded secrets, auto-extractable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12580" y="2743200"/>
            <a:ext cx="2400300" cy="2103120"/>
          </a:xfrm>
          <a:prstGeom prst="roundRect">
            <a:avLst>
              <a:gd name="adj" fmla="val 3478"/>
            </a:avLst>
          </a:prstGeom>
          <a:solidFill>
            <a:srgbClr val="FBEAEA"/>
          </a:solidFill>
          <a:ln w="12700">
            <a:solidFill>
              <a:srgbClr val="F0C9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41180" y="2971800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441180" y="3291840"/>
            <a:ext cx="19431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traffic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441180" y="4023360"/>
            <a:ext cx="19431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 hooks OkHttp before TLS; pinning stripped in one command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25780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0B2E59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2578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MASVS-RESILIENCE:  </a:t>
            </a:r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is impossible to prevent static analysis”, and obfuscation “must never be used as a replacement for security controls.”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HIDESEC SDK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problems banks conflate — only one is solvable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BEAEA"/>
          </a:solidFill>
          <a:ln w="15875">
            <a:solidFill>
              <a:srgbClr val="F0C9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NOT SOLVABLE CLIENT-SIDE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606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0B2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“Hide my endpoints, keys and payloads from an attacker.”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611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must resolve the URL and build or decrypt the payload in its own memory.
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who controls the device recovers both — statically from the binary, dynamically via Frida. Native / NDK code only buys hours.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E7F4EE"/>
          </a:solidFill>
          <a:ln w="15875">
            <a:solidFill>
              <a:srgbClr val="BFE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SOLVABLE — SERVER-ANCHORED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2606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0B2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“Make a leaked endpoint or key useless to anything but my genuine app.”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3611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trust anchor to the server.
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proves a genuine, unmodified app made the request; the signing secret lives server-side; short-lived request-bound credentials mean captured traffic cannot be replayed or forged at scale.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is built entirely around the right-hand column. Obfuscation is included only as a labeled friction layer — never as the security control.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HIDESEC SDK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THAT SURVIVES DUE DILIGENCE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Assume the API is public. Make abuse non-actionable.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security reviewers, PCI QSAs and PSD2 auditors evaluate against a threat model that assumes the client is hostile. A vendor promising client-side secrecy fails technical due diligence. Candor is the differentiator.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12305A"/>
          </a:solidFill>
          <a:ln w="12700">
            <a:solidFill>
              <a:srgbClr val="2040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880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ms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latency per request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269748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12305A"/>
          </a:solidFill>
          <a:ln w="12700">
            <a:solidFill>
              <a:srgbClr val="2040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880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lines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1188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integrate (plugin + client)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269748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12305A"/>
          </a:solidFill>
          <a:ln w="12700">
            <a:solidFill>
              <a:srgbClr val="2040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880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Fail-closed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4652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 attestation → rejected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0" y="269748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12305A"/>
          </a:solidFill>
          <a:ln w="12700">
            <a:solidFill>
              <a:srgbClr val="2040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2880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Bundled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28116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verifier included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38912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3A1414"/>
          </a:solidFill>
          <a:ln w="12700">
            <a:solidFill>
              <a:srgbClr val="6B2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617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DELIBERATELY DO NOT SELL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49834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1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“Invisible” or “un-reverse-engineerable” APIs. False on mobile; fails a bank security review on the first call.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438912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0E3324"/>
          </a:solidFill>
          <a:ln w="12700">
            <a:solidFill>
              <a:srgbClr val="1C5A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4617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FB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SELL — AND CAN DEFEND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29400" y="49834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B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leaked endpoint or key is useless to anything but your genuine, unmodified app. The same architecture banks already accept under PSD2 and PCI.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HIDESEC SDK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components — client instrumentation, server enforcement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72800" cy="786384"/>
          </a:xfrm>
          <a:prstGeom prst="roundRect">
            <a:avLst>
              <a:gd name="adj" fmla="val 6977"/>
            </a:avLst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512064" cy="512064"/>
          </a:xfrm>
          <a:prstGeom prst="ellipse">
            <a:avLst/>
          </a:prstGeom>
          <a:solidFill>
            <a:srgbClr val="0B2E5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92024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plugin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77640" y="1901952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Build-time orchestrator on the AGP 8/9 ASM API. Wires codegen + NDK, applies opt-in endpoint obfuscation, and fails the build on hardcoded secrets or cleartext traffic.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104120" y="203911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A9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04120" y="20391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E7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+ HYGIENE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0080" y="2706624"/>
            <a:ext cx="10972800" cy="786384"/>
          </a:xfrm>
          <a:prstGeom prst="roundRect">
            <a:avLst>
              <a:gd name="adj" fmla="val 697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843784"/>
            <a:ext cx="512064" cy="512064"/>
          </a:xfrm>
          <a:prstGeom prst="ellipse">
            <a:avLst/>
          </a:prstGeom>
          <a:solidFill>
            <a:srgbClr val="0B2E5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843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2798064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KSP codegen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77640" y="2779776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obfuscated endpoint table and the canonical-request serializer for signing (method + path + body hash + nonce). Zero runtime reflection.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104120" y="291693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A9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04120" y="29169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E7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" y="3584448"/>
            <a:ext cx="10972800" cy="786384"/>
          </a:xfrm>
          <a:prstGeom prst="roundRect">
            <a:avLst>
              <a:gd name="adj" fmla="val 6977"/>
            </a:avLst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721608"/>
            <a:ext cx="512064" cy="512064"/>
          </a:xfrm>
          <a:prstGeom prst="ellipse">
            <a:avLst/>
          </a:prstGeom>
          <a:solidFill>
            <a:srgbClr val="0B2E59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721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00200" y="367588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NDK core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977640" y="3657600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attestation handshake and requests short-lived JIT secrets after it passes — nothing long-lived is embedded. Uses Keystore / StrongBox where available.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104120" y="37947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7B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04120" y="3794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F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" y="4462272"/>
            <a:ext cx="10972800" cy="786384"/>
          </a:xfrm>
          <a:prstGeom prst="roundRect">
            <a:avLst>
              <a:gd name="adj" fmla="val 697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4599432"/>
            <a:ext cx="512064" cy="512064"/>
          </a:xfrm>
          <a:prstGeom prst="ellipse">
            <a:avLst/>
          </a:prstGeom>
          <a:solidFill>
            <a:srgbClr val="0B2E59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599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00200" y="455371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OkHttp interceptor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977640" y="4535424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Developer-facing surface. Attaches the short-lived signed token bound to the request body; dynamic cert pinning; fails closed on critical calls.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104120" y="467258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7B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04120" y="46725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F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0080" y="5340096"/>
            <a:ext cx="10972800" cy="786384"/>
          </a:xfrm>
          <a:prstGeom prst="roundRect">
            <a:avLst>
              <a:gd name="adj" fmla="val 6977"/>
            </a:avLst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8680" y="5477256"/>
            <a:ext cx="512064" cy="512064"/>
          </a:xfrm>
          <a:prstGeom prst="ellipse">
            <a:avLst/>
          </a:prstGeom>
          <a:solidFill>
            <a:srgbClr val="0B2E59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54772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600200" y="543153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verifier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977640" y="5413248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load-bearing control. Verifies signature, freshness, anti-replay and body binding; feeds risk scoring alongside authN/Z and rate limiting.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0104120" y="555040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7A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04120" y="55504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HIDESEC SDK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DEFENSE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layers, two jobs — never confused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72800" cy="896112"/>
          </a:xfrm>
          <a:prstGeom prst="roundRect">
            <a:avLst>
              <a:gd name="adj" fmla="val 8163"/>
            </a:avLst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65960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enforcement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663440" y="1965960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6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authN/Z · short-lived revocable tokens · rate limits · anomaly detection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2212848"/>
            <a:ext cx="1508760" cy="402336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6960" y="221284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CONTROL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2990088"/>
            <a:ext cx="10972800" cy="896112"/>
          </a:xfrm>
          <a:prstGeom prst="roundRect">
            <a:avLst>
              <a:gd name="adj" fmla="val 8163"/>
            </a:avLst>
          </a:prstGeom>
          <a:solidFill>
            <a:srgbClr val="14432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990088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(server-verified)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663440" y="2990088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B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Integrity / challenge-response → risk scoring · blocks repackaged apps, emulators, bots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966960" y="3236976"/>
            <a:ext cx="1508760" cy="402336"/>
          </a:xfrm>
          <a:prstGeom prst="roundRect">
            <a:avLst>
              <a:gd name="adj" fmla="val 50000"/>
            </a:avLst>
          </a:prstGeom>
          <a:solidFill>
            <a:srgbClr val="14432F"/>
          </a:solidFill>
          <a:ln w="12700">
            <a:solidFill>
              <a:srgbClr val="3FBE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0" y="323697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3FB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0080" y="4014216"/>
            <a:ext cx="10972800" cy="896112"/>
          </a:xfrm>
          <a:prstGeom prst="roundRect">
            <a:avLst>
              <a:gd name="adj" fmla="val 8163"/>
            </a:avLst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014216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(client → server)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663440" y="4014216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6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 signature bound to body + nonce · JIT secrets · dynamic pinning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966960" y="4261104"/>
            <a:ext cx="1508760" cy="402336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 w="12700">
            <a:solidFill>
              <a:srgbClr val="3FBE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66960" y="4261104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3FB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0080" y="5038344"/>
            <a:ext cx="10972800" cy="896112"/>
          </a:xfrm>
          <a:prstGeom prst="roundRect">
            <a:avLst>
              <a:gd name="adj" fmla="val 8163"/>
            </a:avLst>
          </a:prstGeom>
          <a:solidFill>
            <a:srgbClr val="4A3A17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5038344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Obfuscation (client)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663440" y="5038344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2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endpoint-table + NDK string encryption · deters commodity static analysis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966960" y="5285232"/>
            <a:ext cx="1508760" cy="402336"/>
          </a:xfrm>
          <a:prstGeom prst="roundRect">
            <a:avLst>
              <a:gd name="adj" fmla="val 50000"/>
            </a:avLst>
          </a:prstGeom>
          <a:solidFill>
            <a:srgbClr val="4A3A17"/>
          </a:solidFill>
          <a:ln w="12700">
            <a:solidFill>
              <a:srgbClr val="E7A9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66960" y="5285232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E7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ONLY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cost rises from the top down. The bottom layer buys hours; the top three make a recovered API un-usable at scale.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HIDESEC SDK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entire integration is two lines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handshakes, header injection, pinning, secret substitution and canonicalization are all handled by the SDK. This DX — plus a bundled verifier — is the product’s real differentiator.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71B33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74320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build.gradle.kts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plugins { id(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"io.hidesec.security"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version 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"1.x"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hidesec {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attestationService = 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"playintegrity"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serverVerifierUrl  = 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"https://api.yourbank.com/attest"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failMode           = FailMode.CLOSED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Runtime — interceptor is pre-wired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 = Hidesec.okHttpClient()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api = Retrofit.Builder().client(client) … .create(AccountApi::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.java)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6217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APIs are marked with  @AttestedApi  /  @Encrypted ; KSP generates the signing glue.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HIDESEC SDK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HONEST LIMITS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on the hot path — candid about the rest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BUDGET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120640" cy="786384"/>
          </a:xfrm>
          <a:prstGeom prst="roundRect">
            <a:avLst>
              <a:gd name="adj" fmla="val 6977"/>
            </a:avLst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48840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 signature (HMAC over body hash)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51960" y="2148840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008376"/>
            <a:ext cx="5120640" cy="786384"/>
          </a:xfrm>
          <a:prstGeom prst="roundRect">
            <a:avLst>
              <a:gd name="adj" fmla="val 697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008376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overhead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51960" y="3008376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867912"/>
            <a:ext cx="5120640" cy="786384"/>
          </a:xfrm>
          <a:prstGeom prst="roundRect">
            <a:avLst>
              <a:gd name="adj" fmla="val 6977"/>
            </a:avLst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867912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handshake (amortized at startup)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51960" y="3867912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~200–500 ms, off hot path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727448"/>
            <a:ext cx="5120640" cy="786384"/>
          </a:xfrm>
          <a:prstGeom prst="roundRect">
            <a:avLst>
              <a:gd name="adj" fmla="val 697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72744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 obfuscation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51960" y="4727448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cost, opt-in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783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FRIDA ATTACKER STILL GETS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2148840"/>
            <a:ext cx="5303520" cy="786384"/>
          </a:xfrm>
          <a:prstGeom prst="roundRect">
            <a:avLst>
              <a:gd name="adj" fmla="val 6977"/>
            </a:avLst>
          </a:prstGeom>
          <a:solidFill>
            <a:srgbClr val="FBF3F3"/>
          </a:solidFill>
          <a:ln w="12700">
            <a:solidFill>
              <a:srgbClr val="F0D5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148840"/>
            <a:ext cx="4846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endpoints &amp; traffic in cleartext — backend never relies on secrecy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3008376"/>
            <a:ext cx="5303520" cy="786384"/>
          </a:xfrm>
          <a:prstGeom prst="roundRect">
            <a:avLst>
              <a:gd name="adj" fmla="val 6977"/>
            </a:avLst>
          </a:prstGeom>
          <a:solidFill>
            <a:srgbClr val="FBF3F3"/>
          </a:solidFill>
          <a:ln w="12700">
            <a:solidFill>
              <a:srgbClr val="F0D5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3008376"/>
            <a:ext cx="4846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a JIT secret in the moment — but it expires in minutes, revocable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3867912"/>
            <a:ext cx="5303520" cy="786384"/>
          </a:xfrm>
          <a:prstGeom prst="roundRect">
            <a:avLst>
              <a:gd name="adj" fmla="val 6977"/>
            </a:avLst>
          </a:prstGeom>
          <a:solidFill>
            <a:srgbClr val="FBF3F3"/>
          </a:solidFill>
          <a:ln w="12700">
            <a:solidFill>
              <a:srgbClr val="F0D5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3867912"/>
            <a:ext cx="4846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script the genuine app — caught by rate limiting &amp; anomaly detection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4727448"/>
            <a:ext cx="5303520" cy="786384"/>
          </a:xfrm>
          <a:prstGeom prst="roundRect">
            <a:avLst>
              <a:gd name="adj" fmla="val 6977"/>
            </a:avLst>
          </a:prstGeom>
          <a:solidFill>
            <a:srgbClr val="FBF3F3"/>
          </a:solidFill>
          <a:ln w="12700">
            <a:solidFill>
              <a:srgbClr val="F0D5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4727448"/>
            <a:ext cx="4846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bypass attestation at a cost — it is a weighted signal, not a sole gate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66928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E7F4EE"/>
          </a:solidFill>
          <a:ln w="15875">
            <a:solidFill>
              <a:srgbClr val="BFE3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6692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test: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client SDK vanished, a correctly secured backend would still be safe. Every client layer cuts abuse cost and adds auditable integrity signals on top of that baseline.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HIDESEC SDK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BANKING READINESS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Maps to controls your auditors already verify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72800" cy="91440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745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/ MPoC / SPoC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931920" y="187452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+ RASP + key protection map to software-security and tamper-detection; server enforcement covers the auditable controls.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898648"/>
            <a:ext cx="10972800" cy="91440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89864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PSD2 RTS (SCA)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931920" y="2898648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hardening + attested secure channel supports transaction integrity; SCA remains a server + independent-channel control.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22776"/>
            <a:ext cx="10972800" cy="91440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922776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MASVS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931920" y="3922776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as MASVS-RESILIENCE (V8) defense-in-depth on top of the MASVS-L1/L2 baseline — the boundary reviewers look for.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166360"/>
            <a:ext cx="3413760" cy="1051560"/>
          </a:xfrm>
          <a:prstGeom prst="roundRect">
            <a:avLst>
              <a:gd name="adj" fmla="val 6957"/>
            </a:avLst>
          </a:prstGeom>
          <a:solidFill>
            <a:srgbClr val="0B2E59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30352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 in the binary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5742432"/>
            <a:ext cx="286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rotation, no app release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19600" y="5166360"/>
            <a:ext cx="3413760" cy="1051560"/>
          </a:xfrm>
          <a:prstGeom prst="roundRect">
            <a:avLst>
              <a:gd name="adj" fmla="val 6957"/>
            </a:avLst>
          </a:prstGeom>
          <a:solidFill>
            <a:srgbClr val="0B2E59"/>
          </a:solidFill>
          <a:ln/>
        </p:spPr>
      </p:sp>
      <p:sp>
        <p:nvSpPr>
          <p:cNvPr id="17" name="Text 15"/>
          <p:cNvSpPr/>
          <p:nvPr/>
        </p:nvSpPr>
        <p:spPr>
          <a:xfrm>
            <a:off x="4693920" y="530352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threat model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93920" y="5742432"/>
            <a:ext cx="286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technical due diligence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99120" y="5166360"/>
            <a:ext cx="3413760" cy="1051560"/>
          </a:xfrm>
          <a:prstGeom prst="roundRect">
            <a:avLst>
              <a:gd name="adj" fmla="val 6957"/>
            </a:avLst>
          </a:prstGeom>
          <a:solidFill>
            <a:srgbClr val="0B2E59"/>
          </a:solidFill>
          <a:ln/>
        </p:spPr>
      </p:sp>
      <p:sp>
        <p:nvSpPr>
          <p:cNvPr id="20" name="Text 18"/>
          <p:cNvSpPr/>
          <p:nvPr/>
        </p:nvSpPr>
        <p:spPr>
          <a:xfrm>
            <a:off x="8473440" y="530352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server verifier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73440" y="5742432"/>
            <a:ext cx="286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ships with the SDK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HIDESEC SDK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7BE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HIDESEC SDK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the architecture banks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trust — in two lines.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Attestation-first. Server-verified. Honest about its limits — which is exactly why it passes a banking security review.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02920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12305A"/>
          </a:solidFill>
          <a:ln w="12700">
            <a:solidFill>
              <a:srgbClr val="2040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166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55961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7-page technical brief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0" y="502920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12305A"/>
          </a:solidFill>
          <a:ln w="12700">
            <a:solidFill>
              <a:srgbClr val="2040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5166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guide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389120" y="55961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+ backend, staged rollout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89520" y="502920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12305A"/>
          </a:solidFill>
          <a:ln w="12700">
            <a:solidFill>
              <a:srgbClr val="2040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5166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scoping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863840" y="55961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app, monitor-only, 2 weeks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448495" y="1143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August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2026-08-12T18:48:49Z</dcterms:created>
  <dcterms:modified xsi:type="dcterms:W3CDTF">2026-08-12T18:48:49Z</dcterms:modified>
</cp:coreProperties>
</file>